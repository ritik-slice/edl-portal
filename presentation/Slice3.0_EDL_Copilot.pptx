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EDL UNDERWRITING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31520" y="150876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CO-PILOT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the parsing the vendor can't — and learn every format.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2286000" cy="2743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063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A3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1-2 days → 2-3 mins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3383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application review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30-40 Excel sheets → 1 portal with summary view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45720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 3.0 Hackathon  |  Team: Ritik, Hardik, Amar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Problem: EDL Underwriting Today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697480" cy="1645920"/>
          </a:xfrm>
          <a:prstGeom prst="roundRect">
            <a:avLst>
              <a:gd name="adj" fmla="val 4444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64008" cy="16459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887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📄  20% PDFs Unparseable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55448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statement PDFs the vendor (Ignosis) can't parse → 1-2 hrs manual effort per statement. Multiple statements = 1-2 DAYS per application.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37560" y="1097280"/>
            <a:ext cx="2697480" cy="1645920"/>
          </a:xfrm>
          <a:prstGeom prst="roundRect">
            <a:avLst>
              <a:gd name="adj" fmla="val 4444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37560" y="1097280"/>
            <a:ext cx="64008" cy="16459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1" name="Text 9"/>
          <p:cNvSpPr/>
          <p:nvPr/>
        </p:nvSpPr>
        <p:spPr>
          <a:xfrm>
            <a:off x="3520440" y="11887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 30-40 Excel Sheets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20440" y="155448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is a 70-sheet Excel (33 visible + 37 hidden). Underwriter hops sheet to sheet. No summary view. No single source of truth.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17920" y="1097280"/>
            <a:ext cx="2697480" cy="1645920"/>
          </a:xfrm>
          <a:prstGeom prst="roundRect">
            <a:avLst>
              <a:gd name="adj" fmla="val 4444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17920" y="1097280"/>
            <a:ext cx="64008" cy="16459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11887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📧  Documents on Gmail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0" y="155448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emails documents to CM. Increases ops bandwidth and TAT. No version control, no tracking, no completeness check.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2971800"/>
            <a:ext cx="2697480" cy="1645920"/>
          </a:xfrm>
          <a:prstGeom prst="roundRect">
            <a:avLst>
              <a:gd name="adj" fmla="val 4444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2971800"/>
            <a:ext cx="64008" cy="16459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063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 Manual Fraud Checks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342900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CFR, CMR, CERSAI, GST verification — all manual. No tool for document forgery detection. Agent fraud unchecked.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337560" y="2971800"/>
            <a:ext cx="2697480" cy="1645920"/>
          </a:xfrm>
          <a:prstGeom prst="roundRect">
            <a:avLst>
              <a:gd name="adj" fmla="val 4444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337560" y="2971800"/>
            <a:ext cx="64008" cy="16459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3" name="Text 21"/>
          <p:cNvSpPr/>
          <p:nvPr/>
        </p:nvSpPr>
        <p:spPr>
          <a:xfrm>
            <a:off x="3520440" y="3063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  CE↔CM Back-and-forth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520440" y="342900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asks CE to re-fetch missing docs mid-PD. Co-applicant VKYC is challenge for sales (requires assist).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217920" y="2971800"/>
            <a:ext cx="2697480" cy="1645920"/>
          </a:xfrm>
          <a:prstGeom prst="roundRect">
            <a:avLst>
              <a:gd name="adj" fmla="val 4444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217920" y="2971800"/>
            <a:ext cx="64008" cy="1645920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0" y="3063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✍️  Manual Data Entry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0" y="342900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CIBIL filled manually. Valuation report manual. EMI/obligation derived by hand. Income re-computed every time.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Impact: Before vs After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840480" y="1097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0" y="1097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(OUR SOLUTION)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31520" y="1417320"/>
            <a:ext cx="7680960" cy="18288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Single Bank Statement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840480" y="1554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E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1-2 hours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0" y="1554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 minutes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2029968"/>
            <a:ext cx="7680960" cy="9144"/>
          </a:xfrm>
          <a:prstGeom prst="rect">
            <a:avLst/>
          </a:prstGeom>
          <a:solidFill>
            <a:srgbClr val="2A3570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12140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Full Application Review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40480" y="21214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E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1-2 days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0" y="21214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minutes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2596896"/>
            <a:ext cx="7680960" cy="9144"/>
          </a:xfrm>
          <a:prstGeom prst="rect">
            <a:avLst/>
          </a:prstGeom>
          <a:solidFill>
            <a:srgbClr val="2A3570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68833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📧  Document Sharing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840480" y="268833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E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attachments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0" y="268833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upload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3163824"/>
            <a:ext cx="7680960" cy="9144"/>
          </a:xfrm>
          <a:prstGeom prst="rect">
            <a:avLst/>
          </a:prstGeom>
          <a:solidFill>
            <a:srgbClr val="2A3570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25526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Navigation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840480" y="325526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E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30-40 Excel sheets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0" y="325526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portal + summary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31520" y="3730752"/>
            <a:ext cx="7680960" cy="9144"/>
          </a:xfrm>
          <a:prstGeom prst="rect">
            <a:avLst/>
          </a:prstGeom>
          <a:solidFill>
            <a:srgbClr val="2A3570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38221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Fraud Checks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840480" y="382219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E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/ skippable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0" y="382219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/ consistent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31520" y="4297680"/>
            <a:ext cx="7680960" cy="9144"/>
          </a:xfrm>
          <a:prstGeom prst="rect">
            <a:avLst/>
          </a:prstGeom>
          <a:solidFill>
            <a:srgbClr val="2A3570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4389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Document Completeness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840480" y="43891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E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discovers mid-PD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00800" y="43891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Auto-flagged upfront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371600" y="416052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0D1B4A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371600" y="4206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6A3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1-2 days → 2-3 min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371600" y="4526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application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29200" y="416052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0D1B4A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5029200" y="4206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30-40 sheets → 1 view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5029200" y="4526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summary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We Built: 3 Products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1097280"/>
            <a:ext cx="7863840" cy="1097280"/>
          </a:xfrm>
          <a:prstGeom prst="roundRect">
            <a:avLst>
              <a:gd name="adj" fmla="val 6667"/>
            </a:avLst>
          </a:prstGeom>
          <a:solidFill>
            <a:srgbClr val="EBF5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097280"/>
            <a:ext cx="73152" cy="10972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12344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08760" y="1207008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 Automation Portal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508760" y="15544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Replaces the 30-40 sheet Excel CAM with a web portal. Summary view at a glance. 22 tabs matching every Excel sheet. No sheet hopping. Editable yellow fields + auto-populated grey fields.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2377440"/>
            <a:ext cx="7863840" cy="1097280"/>
          </a:xfrm>
          <a:prstGeom prst="roundRect">
            <a:avLst>
              <a:gd name="adj" fmla="val 6667"/>
            </a:avLst>
          </a:prstGeom>
          <a:solidFill>
            <a:srgbClr val="DCFCE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377440"/>
            <a:ext cx="73152" cy="10972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3" name="Shape 11"/>
          <p:cNvSpPr/>
          <p:nvPr/>
        </p:nvSpPr>
        <p:spPr>
          <a:xfrm>
            <a:off x="868680" y="25146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508760" y="2487168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Intelligence Engine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08760" y="28346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Parses the 20% unparseable bank PDFs. Classifies documents by content (not filename). Extracts EMI/income/ABB/bounces. GST turnover from GSTR-3B. Learns every new format via LLM.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7863840" cy="1097280"/>
          </a:xfrm>
          <a:prstGeom prst="roundRect">
            <a:avLst>
              <a:gd name="adj" fmla="val 6667"/>
            </a:avLst>
          </a:prstGeom>
          <a:solidFill>
            <a:srgbClr val="FEE2E2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3657600"/>
            <a:ext cx="73152" cy="109728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9" name="Shape 17"/>
          <p:cNvSpPr/>
          <p:nvPr/>
        </p:nvSpPr>
        <p:spPr>
          <a:xfrm>
            <a:off x="868680" y="37947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DC2626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3794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508760" y="3767328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Fraud Detection Portal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508760" y="41148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fraud checks: bank statement tampering (balance reconciliation), identity fraud (PAN/mobile dedupe), GST mismatch, CERSAI cross-check, document forgery detection, document completeness.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Architecture: Reuse, Don't Rebuild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804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is the source of truth; Excel is a populate-only compute target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371600"/>
            <a:ext cx="7863840" cy="868680"/>
          </a:xfrm>
          <a:prstGeom prst="roundRect">
            <a:avLst>
              <a:gd name="adj" fmla="val 8421"/>
            </a:avLst>
          </a:prstGeom>
          <a:solidFill>
            <a:srgbClr val="EBF5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371600"/>
            <a:ext cx="73152" cy="8686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463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1: INPUT_ sheets (hidden)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17556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Machine-fed, dotted JSON keys (applicantDetails.pan)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423160"/>
            <a:ext cx="7863840" cy="868680"/>
          </a:xfrm>
          <a:prstGeom prst="roundRect">
            <a:avLst>
              <a:gd name="adj" fmla="val 8421"/>
            </a:avLst>
          </a:prstGeom>
          <a:solidFill>
            <a:srgbClr val="FEF3C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423160"/>
            <a:ext cx="73152" cy="8686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514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2: Logic_ sheets (hidden)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280720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underwriting formulas — reused as-is, never rebuilt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3474720"/>
            <a:ext cx="7863840" cy="868680"/>
          </a:xfrm>
          <a:prstGeom prst="roundRect">
            <a:avLst>
              <a:gd name="adj" fmla="val 8421"/>
            </a:avLst>
          </a:prstGeom>
          <a:solidFill>
            <a:srgbClr val="DCFCE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3474720"/>
            <a:ext cx="73152" cy="8686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566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3: Presentation (33 visible)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14400" y="38587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CE/CM read — auto-populated from Logic_ calculations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44805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write only INPUT_ → Logic_ formulas recompute → Zero formula rewriting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Parsing Engine: Rules + LLM Learning Loop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804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engines cover each other — and the LLM teaches the rules over time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1280160" cy="731520"/>
          </a:xfrm>
          <a:prstGeom prst="roundRect">
            <a:avLst>
              <a:gd name="adj" fmla="val 10000"/>
            </a:avLst>
          </a:prstGeom>
          <a:solidFill>
            <a:srgbClr val="E2E4EA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4630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103120" y="1463040"/>
            <a:ext cx="1554480" cy="731520"/>
          </a:xfrm>
          <a:prstGeom prst="roundRect">
            <a:avLst>
              <a:gd name="adj" fmla="val 10000"/>
            </a:avLst>
          </a:prstGeom>
          <a:solidFill>
            <a:srgbClr val="EBF5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103120" y="14630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Extractor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(archetype-aware)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023360" y="146304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023360" y="14630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reconciles ≥90%?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852160" y="1463040"/>
            <a:ext cx="1371600" cy="731520"/>
          </a:xfrm>
          <a:prstGeom prst="roundRect">
            <a:avLst>
              <a:gd name="adj" fmla="val 10000"/>
            </a:avLst>
          </a:prstGeom>
          <a:solidFill>
            <a:srgbClr val="DCFCE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852160" y="14630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(method=rule)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78308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B82F6"/>
                </a:solidFill>
              </a:rPr>
              <a:t>→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70332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B82F6"/>
                </a:solidFill>
              </a:rPr>
              <a:t>→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53212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B82F6"/>
                </a:solidFill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474720" y="22402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C2626"/>
                </a:solidFill>
              </a:rPr>
              <a:t>↓ new format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103120" y="2560320"/>
            <a:ext cx="1554480" cy="594360"/>
          </a:xfrm>
          <a:prstGeom prst="roundRect">
            <a:avLst>
              <a:gd name="adj" fmla="val 12308"/>
            </a:avLst>
          </a:prstGeom>
          <a:solidFill>
            <a:srgbClr val="FEF3C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103120" y="256032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maps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→ roles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023360" y="2560320"/>
            <a:ext cx="1463040" cy="594360"/>
          </a:xfrm>
          <a:prstGeom prst="roundRect">
            <a:avLst>
              <a:gd name="adj" fmla="val 12308"/>
            </a:avLst>
          </a:prstGeom>
          <a:solidFill>
            <a:srgbClr val="EBF5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023360" y="256032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learned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52160" y="2560320"/>
            <a:ext cx="1371600" cy="594360"/>
          </a:xfrm>
          <a:prstGeom prst="roundRect">
            <a:avLst>
              <a:gd name="adj" fmla="val 12308"/>
            </a:avLst>
          </a:prstGeom>
          <a:solidFill>
            <a:srgbClr val="DCFCE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852160" y="256032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rules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forever after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703320" y="2651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59E0B"/>
                </a:solidFill>
              </a:rPr>
              <a:t>→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532120" y="2651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59E0B"/>
                </a:solidFill>
              </a:rPr>
              <a:t>→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57200" y="347472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40080" y="354787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engine extracts from every bank statement: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" y="38404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 / Obligation identification — 250-lender detection from transaction narrations</a:t>
            </a:r>
            <a:endParaRPr lang="en-US" sz="10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income, Average Bank Balance (ABB), bounce analysis</a:t>
            </a:r>
            <a:endParaRPr lang="en-US" sz="10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bank account summaries → easy to find bounces, EMI, balances at a glance</a:t>
            </a:r>
            <a:endParaRPr lang="en-US" sz="10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 → Statement obligation matching for cross-validation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CAM Portal: Summary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804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more hopping between 30-40 Excel sheets — everything in one view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965960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32588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6916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Dashboard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20116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key metrics at a glance — bureau score, FOIR, loan amount, EMI, eligibility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06040" y="1234440"/>
            <a:ext cx="1965960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697480" y="132588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697480" y="16916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Tabs = 22 Sheets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697480" y="20116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Excel sheet is a tab: Bureau, Banking, GST, AIP, Scorecard, Deviations...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54880" y="1234440"/>
            <a:ext cx="1965960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846320" y="132588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✏️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846320" y="16916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= Editable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46320" y="20116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field the UW needs to edit is yellow. Click → edit → save. Locked against re-parse.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903720" y="1234440"/>
            <a:ext cx="1965960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995160" y="132588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995160" y="16916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Grey = Auto-filled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995160" y="20116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from APIs and parsed documents auto-populates. Read-only, source-tracked, auditable.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3063240"/>
            <a:ext cx="1965960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48640" y="315468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📑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48640" y="35204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Upload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" y="38404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PDFs, Excel, images directly. Auto-parsed and data flows into CAM fields instantly.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606040" y="3063240"/>
            <a:ext cx="1965960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2697480" y="315468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2697480" y="35204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Gmail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697480" y="38404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documents in the portal. No email attachments. Reduces ops bandwidth and TAT.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754880" y="3063240"/>
            <a:ext cx="1965960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315468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4846320" y="35204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Checks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846320" y="38404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Dedupe, GSTIN, name match, completeness — run automatically on every case.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903720" y="3063240"/>
            <a:ext cx="1965960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995160" y="315468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📥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6995160" y="35204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 Export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995160" y="38404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export to the standard .xlsm format for existing workflow compatibility.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Fraud Detection Portal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804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checks that are currently manual, inconsistent, or non-existent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697480" cy="1600200"/>
          </a:xfrm>
          <a:prstGeom prst="roundRect">
            <a:avLst>
              <a:gd name="adj" fmla="val 4571"/>
            </a:avLst>
          </a:prstGeom>
          <a:solidFill>
            <a:srgbClr val="FEE2E2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64008" cy="16002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075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🏦  Bank Statement Tampering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164592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reconciliation gate: balanceₙ must equal balanceₙ₋₁ ± amount. Font/pixel analysis for PDF manipulation. Catches modified totals, inserted rows.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337560" y="1234440"/>
            <a:ext cx="2697480" cy="1600200"/>
          </a:xfrm>
          <a:prstGeom prst="roundRect">
            <a:avLst>
              <a:gd name="adj" fmla="val 4571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37560" y="1234440"/>
            <a:ext cx="64008" cy="16002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2" name="Text 10"/>
          <p:cNvSpPr/>
          <p:nvPr/>
        </p:nvSpPr>
        <p:spPr>
          <a:xfrm>
            <a:off x="3520440" y="13075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 GST Fraud Detection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520440" y="164592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Aggregator vs Manual upload mismatch. If GST is available in AA flow but manually uploaded → fraud risk. Customer credentials required for verification via OTP during PD.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217920" y="1234440"/>
            <a:ext cx="2697480" cy="1600200"/>
          </a:xfrm>
          <a:prstGeom prst="roundRect">
            <a:avLst>
              <a:gd name="adj" fmla="val 4571"/>
            </a:avLst>
          </a:prstGeom>
          <a:solidFill>
            <a:srgbClr val="FEF3C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1234440"/>
            <a:ext cx="64008" cy="16002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0" y="13075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🆔  Identity &amp; Dedupe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00800" y="164592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+ phone must be unique (applicant + co-applicant). SOP: 1 family = 1 loan. Triggers: geolocation, facematch dedupe. Cross-check PAN embedded in GSTIN.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063240"/>
            <a:ext cx="2697480" cy="1600200"/>
          </a:xfrm>
          <a:prstGeom prst="roundRect">
            <a:avLst>
              <a:gd name="adj" fmla="val 4571"/>
            </a:avLst>
          </a:prstGeom>
          <a:solidFill>
            <a:srgbClr val="EBF5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3063240"/>
            <a:ext cx="64008" cy="16002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1363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🔐  CERSAI &amp; Hypothecation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0080" y="347472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already hypothecated → amount-based trigger for rejection. Machinery already pledged → rejection. Currently manual CFR/CMR/CERSAI — we automate with cross-checks.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337560" y="3063240"/>
            <a:ext cx="2697480" cy="1600200"/>
          </a:xfrm>
          <a:prstGeom prst="roundRect">
            <a:avLst>
              <a:gd name="adj" fmla="val 4571"/>
            </a:avLst>
          </a:prstGeom>
          <a:solidFill>
            <a:srgbClr val="FEE2E2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337560" y="3063240"/>
            <a:ext cx="64008" cy="16002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4" name="Text 22"/>
          <p:cNvSpPr/>
          <p:nvPr/>
        </p:nvSpPr>
        <p:spPr>
          <a:xfrm>
            <a:off x="3520440" y="31363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📄  Document Forgery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520440" y="347472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modification detection via formatting analysis and content matching. No such tool exists today — caught only by chance. Our portal provides systematic detection.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217920" y="3063240"/>
            <a:ext cx="2697480" cy="1600200"/>
          </a:xfrm>
          <a:prstGeom prst="roundRect">
            <a:avLst>
              <a:gd name="adj" fmla="val 4571"/>
            </a:avLst>
          </a:prstGeom>
          <a:solidFill>
            <a:srgbClr val="E2E4EA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17920" y="3063240"/>
            <a:ext cx="64008" cy="1600200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0" y="31363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🕵️  Agent Fraud Checks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400800" y="347472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zero checks for agent-level fraud. Our system tracks document provenance, edit trails, and flags suspicious patterns across applications.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Top 3 Rejection Reasons — We Catch Them Faster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7680960" cy="1005840"/>
          </a:xfrm>
          <a:prstGeom prst="roundRect">
            <a:avLst>
              <a:gd name="adj" fmla="val 7273"/>
            </a:avLst>
          </a:prstGeom>
          <a:solidFill>
            <a:srgbClr val="1A2040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37160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45920" y="1325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CERSAI: Stock Already Hypothecated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45920" y="16459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Amount-based trigger. Stock pledged to another lender → automatic flagging. Currently manual CERSAI check.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31520" y="2377440"/>
            <a:ext cx="7680960" cy="1005840"/>
          </a:xfrm>
          <a:prstGeom prst="roundRect">
            <a:avLst>
              <a:gd name="adj" fmla="val 7273"/>
            </a:avLst>
          </a:prstGeom>
          <a:solidFill>
            <a:srgbClr val="1A2040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56032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A580C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45920" y="2514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CERSAI: Machine Already Pledged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645920" y="28346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Machinery/P&amp;M hypothecation detected → rejection trigger. Cross-referenced with bureau tradelines.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31520" y="3566160"/>
            <a:ext cx="7680960" cy="1005840"/>
          </a:xfrm>
          <a:prstGeom prst="roundRect">
            <a:avLst>
              <a:gd name="adj" fmla="val 7273"/>
            </a:avLst>
          </a:prstGeom>
          <a:solidFill>
            <a:srgbClr val="1A2040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374904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749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45920" y="3703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Eligibility Not Met (Stock/AIP)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645920" y="40233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program or Assessed Income Program eligibility falls short. Our engine calculates this automatically across all programs.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Results: 11 Real CAM Cases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97280"/>
          <a:ext cx="7863840" cy="914400"/>
        </p:xfrm>
        <a:graphic>
          <a:graphicData uri="http://schemas.openxmlformats.org/drawingml/2006/table">
            <a:tbl>
              <a:tblPr/>
              <a:tblGrid>
                <a:gridCol w="530352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Exact-scored fields (GSTIN, PAN, name, amount, turnover)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41/41 (100%)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GST annual turnover accuracy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&lt;0.5% variance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SBI statement (new format — vendor couldn't parse)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→ 1,530 txns @ 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Single-Amount format bank (Ramya)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 → 100% (1,844 txns)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BOB cooperative (vendor-unparseable)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12/16 @ 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Loan statement misclassified as bank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Correctly excluded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" y="4023360"/>
            <a:ext cx="2286000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409651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A3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822960" y="44622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Match Rate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3474720" y="4023360"/>
            <a:ext cx="2286000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474720" y="409651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1-2 days → 3 min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3474720" y="44622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Time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126480" y="4023360"/>
            <a:ext cx="2286000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126480" y="409651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563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90% → 100%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126480" y="44622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Arc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C47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73152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 DEMO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3200400" y="1645920"/>
            <a:ext cx="27432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2103120"/>
            <a:ext cx="6400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11 real cases with all parsed data</a:t>
            </a:r>
            <a:endParaRPr lang="en-US" sz="14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dashboard — all key metrics at a glance</a:t>
            </a:r>
            <a:endParaRPr lang="en-US" sz="14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CAM tabs matching every Excel sheet</a:t>
            </a:r>
            <a:endParaRPr lang="en-US" sz="14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 fields = editable  |  Grey = auto-populated</a:t>
            </a:r>
            <a:endParaRPr lang="en-US" sz="14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 document → auto-parse → fields populate</a:t>
            </a:r>
            <a:endParaRPr lang="en-US" sz="14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attention panel — severity-ranked findings</a:t>
            </a:r>
            <a:endParaRPr lang="en-US" sz="14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a field → Update → persisted with audit trail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Business Impact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1965960" cy="1417320"/>
          </a:xfrm>
          <a:prstGeom prst="roundRect">
            <a:avLst>
              <a:gd name="adj" fmla="val 5161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14300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1-2 days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 3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application review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0574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view eliminates sheet hopping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06040" y="1097280"/>
            <a:ext cx="1965960" cy="1417320"/>
          </a:xfrm>
          <a:prstGeom prst="roundRect">
            <a:avLst>
              <a:gd name="adj" fmla="val 5161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606040" y="114300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Gmail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697480" y="17373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document sharing via email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697480" y="20574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upload reduces TAT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54880" y="1097280"/>
            <a:ext cx="1965960" cy="1417320"/>
          </a:xfrm>
          <a:prstGeom prst="roundRect">
            <a:avLst>
              <a:gd name="adj" fmla="val 5161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14300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checks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846320" y="17373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fraud detection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46320" y="20574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CFR/CERSAI/dedupe automated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903720" y="1097280"/>
            <a:ext cx="1965960" cy="1417320"/>
          </a:xfrm>
          <a:prstGeom prst="roundRect">
            <a:avLst>
              <a:gd name="adj" fmla="val 5161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903720" y="114300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30-40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 1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995160" y="17373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sheets → 1 portal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995160" y="20574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summary at a glance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40080" y="2788920"/>
            <a:ext cx="7863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Eliminates 1-2 hr/statement manual parse on the ~20% vendor can't read</a:t>
            </a:r>
            <a:endParaRPr lang="en-US" sz="11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manual CAM data-entry into a 15-minute review-and-approve</a:t>
            </a:r>
            <a:endParaRPr lang="en-US" sz="11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CE↔CM back-and-forth — completeness check flags missing docs upfront</a:t>
            </a:r>
            <a:endParaRPr lang="en-US" sz="11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automated fraud checks — dedupe, GSTIN, CERSAI, document forgery</a:t>
            </a:r>
            <a:endParaRPr lang="en-US" sz="11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Compounding returns — each new bank format is a one-time cost, then pure rules</a:t>
            </a:r>
            <a:endParaRPr lang="en-US" sz="11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risk through fraud detection that currently has no tooling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Roadmap &amp; Ask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1051560"/>
            <a:ext cx="7863840" cy="749808"/>
          </a:xfrm>
          <a:prstGeom prst="roundRect">
            <a:avLst>
              <a:gd name="adj" fmla="val 9756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18872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63040" y="1143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 fully replacing CAM for underwriters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463040" y="14356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Browse, upload, edit, export — full workflow. Connect with existing LOS APIs.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1947672"/>
            <a:ext cx="7863840" cy="749808"/>
          </a:xfrm>
          <a:prstGeom prst="roundRect">
            <a:avLst>
              <a:gd name="adj" fmla="val 9756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2084832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63040" y="203911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Fraud detection v2 — ML-based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463040" y="23317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tamper detection, cross-document anomaly scoring, real-time alerts, CERSAI automation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2843784"/>
            <a:ext cx="7863840" cy="749808"/>
          </a:xfrm>
          <a:prstGeom prst="roundRect">
            <a:avLst>
              <a:gd name="adj" fmla="val 9756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2960" y="2980944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2980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63040" y="293522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 parsing + learning to all document types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63040" y="322783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GST, ITR, KYC, valuation reports. Learn format per document type, not just bank statements.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3739896"/>
            <a:ext cx="7863840" cy="749808"/>
          </a:xfrm>
          <a:prstGeom prst="roundRect">
            <a:avLst>
              <a:gd name="adj" fmla="val 9756"/>
            </a:avLst>
          </a:prstGeom>
          <a:solidFill>
            <a:srgbClr val="F4F5F7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22960" y="3877056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38770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463040" y="383133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 Notes &amp; VKYC automation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463040" y="412394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Voxar summary → PD notes auto-fill. Pre-PD AI-based questioning (30+ questions). Co-applicant VKYC assist.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828800" y="4617720"/>
            <a:ext cx="5486400" cy="411480"/>
          </a:xfrm>
          <a:prstGeom prst="roundRect">
            <a:avLst>
              <a:gd name="adj" fmla="val 17778"/>
            </a:avLst>
          </a:prstGeom>
          <a:solidFill>
            <a:srgbClr val="EBF5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828800" y="4617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Ask: Pilot on a live queue to quantify hours saved &amp; fraud caught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Tech Stack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1A2040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0515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1280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 · pdfplumber · openpyxl · Azure OpenAI (GPT-4o) · pandas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731520" y="1664208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1A2040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170992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193852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· TypeScript · Tailwind CSS · Recharts · Vite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31520" y="2322576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1A2040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23682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2596896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(Rancher Desktop) · PostgreSQL · Redis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31520" y="2980944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1A2040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4400" y="30266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Parsing Engine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3255264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rules + LLM · Balance reconciliation · 250-lender EMI detection · Content classification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31520" y="3639312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1A2040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3685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Fraud Engine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14400" y="391363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 detection · PAN/GSTIN cross-check · Dedupe · CERSAI · Document completeness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31520" y="42976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1A2040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4400" y="43434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4400" y="45720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22-tab CAM view · 25-sheet parser · ~2,000 editable fields/CAM · Summary dashboard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4709160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github.com/Ritik-slice/EDL-PORTAL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13716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3200400" y="2286000"/>
            <a:ext cx="27432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0" y="25603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Underwriting Co-Pilot + Fraud Detection Portal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3108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1-2 days → 2-3 minutes  ·  30-40 sheets → 1 portal  ·  Automated fraud checks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0" y="3931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Ritik · Hardik · Amar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0" y="42976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 3.0 Hackathon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EDL Underwriting Co-Pilot — Slice 3.0 Hackathon</dc:title>
  <dc:subject>PptxGenJS Presentation</dc:subject>
  <dc:creator>Ritik, Hardik, Amar</dc:creator>
  <cp:lastModifiedBy>Ritik, Hardik, Amar</cp:lastModifiedBy>
  <cp:revision>1</cp:revision>
  <dcterms:created xsi:type="dcterms:W3CDTF">2026-06-09T10:38:36Z</dcterms:created>
  <dcterms:modified xsi:type="dcterms:W3CDTF">2026-06-09T10:38:36Z</dcterms:modified>
</cp:coreProperties>
</file>