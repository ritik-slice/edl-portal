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EDL UNDERWRITING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CO-PILOT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parsing the vendor can't — and learn every format.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hours of CAM filling into a 15-min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3.0 Hackathon  |  Team: Ritik, Hardik, Amar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Manual CAM is Broken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emails docs → 70-sheet Excel filled by hand → hours of rework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72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Data Entry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fields typed from emailed docs — hours/file, error-prone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572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Unparseable PDFs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 vendor (Ignosis) can't read → 1-2 hr manual effort each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572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CE↔CM Back-and-forth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pre-PD documents → delays, re-requests mid-PD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154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2644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3264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Checks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657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Fraud/eligibility checks (CERSAI, dedupe, GST) — skippable, manual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3154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66160" y="32644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31920" y="3264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Re-derived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3657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Obligation/turnover/ABB computed by hand every time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154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32644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20840" y="3264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657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 of which data came from which document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 the CAM → run checks → editable review → export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72768"/>
            <a:ext cx="960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52728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99032" y="15544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99032" y="1572768"/>
            <a:ext cx="960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31720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78024" y="15544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78024" y="1572768"/>
            <a:ext cx="960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Bank/GST/Bureau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10712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57016" y="15544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57016" y="1572768"/>
            <a:ext cx="960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EMI/Income/ABB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89704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36008" y="15544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36008" y="1572768"/>
            <a:ext cx="960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68696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15000" y="15544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1572768"/>
            <a:ext cx="960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47688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93992" y="15544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93992" y="1572768"/>
            <a:ext cx="960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Portal: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26680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72984" y="15544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872984" y="1572768"/>
            <a:ext cx="960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0080" y="2834640"/>
            <a:ext cx="7863840" cy="1188720"/>
          </a:xfrm>
          <a:prstGeom prst="roundRect">
            <a:avLst>
              <a:gd name="adj" fmla="val 6154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32461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the source of truth; Excel is a populate-only compute target. We write only INPUT_ sheets; Logic_ formulas recompute on open. Zero formula rewriting.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Architecture: Reuse, Don't Rebuild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CAM's 3-layer model — we plug in, we don't replace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73152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90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INPUT_ sheets (hidden)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Machine-fed, dotted JSON keys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(applicantDetails.pan, udyamDetails.details.documentId)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1460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Logic_ sheets (hidden)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underwriting formulas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as-is, never rebuilt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611880"/>
            <a:ext cx="73152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85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Presentation (33 visible)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CE/CM read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from Logic_ calculations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only INPUT_ sheets → Logic_ formulas recompute on open → Zero formula rewriting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Engines: Rules + LLM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Structure-based rules and LLM cover each other — and the LLM teaches the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2E4E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PDF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Extractor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(archetype-aware)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≥90%?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15544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(method=rule)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0320" y="26517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→ roles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learned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26517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(method=learned)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6908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↓ new format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519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365760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"served-by" metric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977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rule vs LLM usage per case. LLM dependency decreases over time as learned profiles accumulate. Each new format = one-time LLM cost.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Auto-fill CAM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→ CAM fields, no manual entry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325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9748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the 20%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011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Bilingual, cooperative, non-standard banks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25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EMI (250 lenders), ABB, bounces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03720" y="1234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325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Turnover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2011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GSTR-3B → annual turnover (&lt;0.5% accurate)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Dedupe, GSTIN, name match, completeness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30632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9748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697480" y="3520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97480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program + deviation calculation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846320" y="3520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Review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editable, changes persisted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03720" y="30632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9516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995160" y="3520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Harness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CAM-as-ground-truth, learns per case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Underwriters Still Use Excel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how we match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ONE reason: EDITABILITY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underwriter can override any cell in Excel. That's the only reason they stay.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423A0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56032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Fields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by underwriter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Update → persisted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edits locked against re-parse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1A204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560320"/>
            <a:ext cx="73152" cy="10972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 Fields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971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from APIs/docs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source-tracked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maintained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removes the last reason to stay in Excel.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Results: 11 Real CAM Cases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= the CAM itself (turnover, identity, income already verified)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Exact-scored fields (GSTIN, PAN, name, amount, turnover)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41/41 (100%)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annual turnover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&lt;0.5%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statement (new format)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→ 1,530 txns @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Single-Amount bank (Ramya)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→ 100% (1,844 txns)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 cooperative (vendor-unparseable)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12/16 @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statement misclassified as 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Correctly excluded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97280" y="41148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4187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4553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Rate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0" y="41148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0" y="4187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&lt;0.5%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0" y="4553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Variance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41148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4187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1,530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217920" y="4553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Txns Parsed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Differentiator: Gets Smarter Every Case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(Aakash)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harness; parsed BOB bilingual the vendor can't; password auto-recovery unlocked ICICI statement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12848"/>
            <a:ext cx="228600" cy="2286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Fix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GSTIN seed from LOS lifted 4 cases at once: 90% → 100%. Lesson: identity from LOS, parsing for financials.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127248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Generalization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archetypes discovered, money-vs-date bug fixed, content-based classification replaced filename-based.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041648"/>
            <a:ext cx="228600" cy="2286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P1.5 Learn Loop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297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teaches rules — validated live on real ICICI header mapping. Format learned once, pure rules forever after.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420624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92608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→→→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0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4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46888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11 cases with parsed data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CAM tabs matching every Excel sheet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fields = editable  |  Grey = auto-populated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 → auto-parse → fields populate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field → Update → persisted with audit trail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lever: underwriter bandwidth → operations cost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1-2 hrs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unparseable statement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all cases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508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min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9748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replaces manual CAM fill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hours → minutes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508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automated checks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dedupe, GSTIN, name match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141732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508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Linear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9516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without more analysts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learn-from-LLM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2004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manual updation — auto-populate, review exceptions only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CE↔CM back-and-forth — completeness check flags missing docs upfront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returns — each new bank format is a one-time cost, then pure rules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linearly — more applications ≠ proportionally more analyst hours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&amp;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2588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replacing CAM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5727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upload, edit, export — full underwriter workflow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19456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learning loop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4414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LLM-text formats into learned recipes for non-tabular statements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06324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bank statements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33101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parsing + learning to GST, ITR, KYC documents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93192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31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password affordance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41788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CE-supplied passwords for PDFs no identity-derived candidate unlocks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457200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EBF5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Pilot on a live queue to quantify hours saved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pdfplumber · openpyxl · Azure OpenAI (GPT-4o) · pandas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Tailwind CSS · Recharts · Vite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(Rancher Desktop) · PostgreSQL · Redis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279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22-tab CAM view · 25-sheet parser · ~2,000 editable fields/CAM · 11 test cases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github.com/Ritik-slice/EDL-PORTAL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EDL Underwriting Co-Pilot — Slice 3.0 Hackathon</dc:title>
  <dc:subject>PptxGenJS Presentation</dc:subject>
  <dc:creator>Ritik, Hardik, Amar</dc:creator>
  <cp:lastModifiedBy>Ritik, Hardik, Amar</cp:lastModifiedBy>
  <cp:revision>1</cp:revision>
  <dcterms:created xsi:type="dcterms:W3CDTF">2026-06-09T07:24:57Z</dcterms:created>
  <dcterms:modified xsi:type="dcterms:W3CDTF">2026-06-09T07:24:57Z</dcterms:modified>
</cp:coreProperties>
</file>